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Energy in Construction Sites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Milestone #5 – Final Presentation Event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Construction sites depend heavily on diesel generators</a:t>
            </a:r>
          </a:p>
          <a:p>
            <a:r>
              <a:t>• High fuel costs and frequent maintenance</a:t>
            </a:r>
          </a:p>
          <a:p>
            <a:r>
              <a:t>• Sustainability concerns and regulatory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Collected survey data from MEA construction professionals</a:t>
            </a:r>
          </a:p>
          <a:p>
            <a:r>
              <a:t>• Combined with real generator pricing data</a:t>
            </a:r>
          </a:p>
          <a:p>
            <a:r>
              <a:t>• Built a model comparing diesel vs. hybrid (diesel + solar)</a:t>
            </a:r>
          </a:p>
          <a:p>
            <a:r>
              <a:t>• Simulated cost and sustainability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Diesel generators dominate today but are expensive</a:t>
            </a:r>
          </a:p>
          <a:p>
            <a:r>
              <a:t>• Hybrid systems reduce long-term costs</a:t>
            </a:r>
          </a:p>
          <a:p>
            <a:r>
              <a:t>• Significant CO₂ savings with hybrid adoption</a:t>
            </a:r>
          </a:p>
          <a:p>
            <a:r>
              <a:t>• Contractors show mixed awareness but interest in renewables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Internal team: WhatsApp, Slack, Google Meet</a:t>
            </a:r>
          </a:p>
          <a:p>
            <a:r>
              <a:t>• External outreach: LinkedIn &amp; WhatsApp campaigns</a:t>
            </a:r>
          </a:p>
          <a:p>
            <a:r>
              <a:t>• Artifact: One-page infographic for quick impact</a:t>
            </a:r>
          </a:p>
          <a:p>
            <a:r>
              <a:t>• Focus: Cost savings, reliability, sustainability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systems are practical and cost-efficient.</a:t>
            </a:r>
          </a:p>
          <a:p>
            <a:r>
              <a:t>Contractors can cut costs, meet client sustainability demands,</a:t>
            </a:r>
          </a:p>
          <a:p>
            <a:r>
              <a:t>and position themselves as industry leaders.</a:t>
            </a:r>
          </a:p>
          <a:p/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