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147480799" r:id="rId3"/>
    <p:sldId id="2147480801" r:id="rId4"/>
    <p:sldId id="2147480803" r:id="rId5"/>
    <p:sldId id="2147480802" r:id="rId6"/>
    <p:sldId id="2147480804" r:id="rId7"/>
    <p:sldId id="2147480805" r:id="rId8"/>
    <p:sldId id="2147480776" r:id="rId9"/>
    <p:sldId id="2147480806" r:id="rId10"/>
  </p:sldIdLst>
  <p:sldSz cx="12192000" cy="6858000"/>
  <p:notesSz cx="6858000" cy="9144000"/>
  <p:defaultTextStyle>
    <a:defPPr>
      <a:defRPr lang="en-A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E6F5"/>
    <a:srgbClr val="455C5C"/>
    <a:srgbClr val="4A4E66"/>
    <a:srgbClr val="92B6BB"/>
    <a:srgbClr val="74778A"/>
    <a:srgbClr val="ECE6E1"/>
    <a:srgbClr val="94B6BB"/>
    <a:srgbClr val="667E7F"/>
    <a:srgbClr val="A1A2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937" autoAdjust="0"/>
  </p:normalViewPr>
  <p:slideViewPr>
    <p:cSldViewPr snapToGrid="0">
      <p:cViewPr varScale="1">
        <p:scale>
          <a:sx n="102" d="100"/>
          <a:sy n="102" d="100"/>
        </p:scale>
        <p:origin x="222" y="228"/>
      </p:cViewPr>
      <p:guideLst/>
    </p:cSldViewPr>
  </p:slideViewPr>
  <p:outlineViewPr>
    <p:cViewPr>
      <p:scale>
        <a:sx n="33" d="100"/>
        <a:sy n="33" d="100"/>
      </p:scale>
      <p:origin x="0" y="-65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1179B9-7946-5BAF-7E3D-931B44F6020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BE654A-D469-F162-D0E3-14E78426BC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2F4A16B-426F-40C3-990F-2236DD9B9E5F}" type="datetimeFigureOut">
              <a:rPr lang="en-US"/>
              <a:pPr>
                <a:defRPr/>
              </a:pPr>
              <a:t>8/24/2025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E50D2D-A065-8F90-1250-877ED9E7D20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1FF9B6-5121-74E4-C144-D3E6826DED2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7A17B8A-E460-40DA-ADCE-E9C0F0BF30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30DF540-C6DF-75B3-11D7-E193DE3AC8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DCC511-D4A9-4900-42D3-24B9992E312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2A23C99-3110-4C5F-BD53-92CEA742737C}" type="datetimeFigureOut">
              <a:rPr lang="en-AE"/>
              <a:pPr>
                <a:defRPr/>
              </a:pPr>
              <a:t>24/08/2025</a:t>
            </a:fld>
            <a:endParaRPr lang="en-AE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83C72A5-7B73-8C5A-1654-DE28D0D577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AE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5AD6646-97DE-77F4-CF5D-6D39CDC41A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E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E92BF1-8021-2D6A-C488-A203DE2AEF4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3C87CF-F937-5C42-7914-584A514E6D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BA27D67-102A-4C8C-B346-982922863654}" type="slidenum">
              <a:rPr lang="en-AE"/>
              <a:pPr>
                <a:defRPr/>
              </a:pPr>
              <a:t>‹#›</a:t>
            </a:fld>
            <a:endParaRPr lang="en-A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CA569-A4FC-2B19-4C28-4DDD96B31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>
            <a:extLst>
              <a:ext uri="{FF2B5EF4-FFF2-40B4-BE49-F238E27FC236}">
                <a16:creationId xmlns:a16="http://schemas.microsoft.com/office/drawing/2014/main" id="{DE98F332-901B-72A5-6D33-4D6F28C22D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>
            <a:extLst>
              <a:ext uri="{FF2B5EF4-FFF2-40B4-BE49-F238E27FC236}">
                <a16:creationId xmlns:a16="http://schemas.microsoft.com/office/drawing/2014/main" id="{7DA9CCD9-74D1-1933-A0F3-E5C2B0A645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0180" name="Slide Number Placeholder 3">
            <a:extLst>
              <a:ext uri="{FF2B5EF4-FFF2-40B4-BE49-F238E27FC236}">
                <a16:creationId xmlns:a16="http://schemas.microsoft.com/office/drawing/2014/main" id="{0D0D9B0E-5756-3402-5791-8ED96B7FD6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9BB173F-EC0E-44FC-B1B1-5A0CE09D282D}" type="slidenum">
              <a:rPr lang="en-AE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AE" altLang="en-US"/>
          </a:p>
        </p:txBody>
      </p:sp>
    </p:spTree>
    <p:extLst>
      <p:ext uri="{BB962C8B-B14F-4D97-AF65-F5344CB8AC3E}">
        <p14:creationId xmlns:p14="http://schemas.microsoft.com/office/powerpoint/2010/main" val="2270814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0E1E1-802A-BC3B-0124-30E79D0FB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>
            <a:extLst>
              <a:ext uri="{FF2B5EF4-FFF2-40B4-BE49-F238E27FC236}">
                <a16:creationId xmlns:a16="http://schemas.microsoft.com/office/drawing/2014/main" id="{FB55E0AD-18C1-BE2C-C515-80A2585DE1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>
            <a:extLst>
              <a:ext uri="{FF2B5EF4-FFF2-40B4-BE49-F238E27FC236}">
                <a16:creationId xmlns:a16="http://schemas.microsoft.com/office/drawing/2014/main" id="{9E3C809E-CF10-C0AD-8951-D470C0B7D6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0180" name="Slide Number Placeholder 3">
            <a:extLst>
              <a:ext uri="{FF2B5EF4-FFF2-40B4-BE49-F238E27FC236}">
                <a16:creationId xmlns:a16="http://schemas.microsoft.com/office/drawing/2014/main" id="{5E5C74BB-F3D1-7114-C797-80AF1E5A1F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9BB173F-EC0E-44FC-B1B1-5A0CE09D282D}" type="slidenum">
              <a:rPr lang="en-AE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AE" altLang="en-US"/>
          </a:p>
        </p:txBody>
      </p:sp>
    </p:spTree>
    <p:extLst>
      <p:ext uri="{BB962C8B-B14F-4D97-AF65-F5344CB8AC3E}">
        <p14:creationId xmlns:p14="http://schemas.microsoft.com/office/powerpoint/2010/main" val="37970733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83CCC-5DCA-9A20-D799-3CE0E38DE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>
            <a:extLst>
              <a:ext uri="{FF2B5EF4-FFF2-40B4-BE49-F238E27FC236}">
                <a16:creationId xmlns:a16="http://schemas.microsoft.com/office/drawing/2014/main" id="{7007FD9C-EF3C-2941-76F5-CB24D175C2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>
            <a:extLst>
              <a:ext uri="{FF2B5EF4-FFF2-40B4-BE49-F238E27FC236}">
                <a16:creationId xmlns:a16="http://schemas.microsoft.com/office/drawing/2014/main" id="{82A3D2CF-BF5F-86A5-86F8-9404DB7FD1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0180" name="Slide Number Placeholder 3">
            <a:extLst>
              <a:ext uri="{FF2B5EF4-FFF2-40B4-BE49-F238E27FC236}">
                <a16:creationId xmlns:a16="http://schemas.microsoft.com/office/drawing/2014/main" id="{480E2E5F-CD57-98B8-55B6-C8A8CDDA59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9BB173F-EC0E-44FC-B1B1-5A0CE09D282D}" type="slidenum">
              <a:rPr lang="en-AE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AE" altLang="en-US"/>
          </a:p>
        </p:txBody>
      </p:sp>
    </p:spTree>
    <p:extLst>
      <p:ext uri="{BB962C8B-B14F-4D97-AF65-F5344CB8AC3E}">
        <p14:creationId xmlns:p14="http://schemas.microsoft.com/office/powerpoint/2010/main" val="1585523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72369-51CB-0972-3AC0-895473F8B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>
            <a:extLst>
              <a:ext uri="{FF2B5EF4-FFF2-40B4-BE49-F238E27FC236}">
                <a16:creationId xmlns:a16="http://schemas.microsoft.com/office/drawing/2014/main" id="{876FE505-BE3A-4FE6-22BD-04CB420B14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>
            <a:extLst>
              <a:ext uri="{FF2B5EF4-FFF2-40B4-BE49-F238E27FC236}">
                <a16:creationId xmlns:a16="http://schemas.microsoft.com/office/drawing/2014/main" id="{D10F14F4-08B7-E2D2-4C97-518CA50A54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0180" name="Slide Number Placeholder 3">
            <a:extLst>
              <a:ext uri="{FF2B5EF4-FFF2-40B4-BE49-F238E27FC236}">
                <a16:creationId xmlns:a16="http://schemas.microsoft.com/office/drawing/2014/main" id="{BFFDD875-94E8-8196-B4E7-4FF31E935E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9BB173F-EC0E-44FC-B1B1-5A0CE09D282D}" type="slidenum">
              <a:rPr lang="en-AE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AE" altLang="en-US"/>
          </a:p>
        </p:txBody>
      </p:sp>
    </p:spTree>
    <p:extLst>
      <p:ext uri="{BB962C8B-B14F-4D97-AF65-F5344CB8AC3E}">
        <p14:creationId xmlns:p14="http://schemas.microsoft.com/office/powerpoint/2010/main" val="25052886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7EEE0-F94A-7BB2-9BD7-E5B7BDE3B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>
            <a:extLst>
              <a:ext uri="{FF2B5EF4-FFF2-40B4-BE49-F238E27FC236}">
                <a16:creationId xmlns:a16="http://schemas.microsoft.com/office/drawing/2014/main" id="{45C491F9-126B-103C-25C9-431B1B1F46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>
            <a:extLst>
              <a:ext uri="{FF2B5EF4-FFF2-40B4-BE49-F238E27FC236}">
                <a16:creationId xmlns:a16="http://schemas.microsoft.com/office/drawing/2014/main" id="{4E8EC66F-3340-0FF3-1DEE-B69976E71F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0180" name="Slide Number Placeholder 3">
            <a:extLst>
              <a:ext uri="{FF2B5EF4-FFF2-40B4-BE49-F238E27FC236}">
                <a16:creationId xmlns:a16="http://schemas.microsoft.com/office/drawing/2014/main" id="{06F8AC4C-1F5F-E93D-91C9-F1779B1E51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9BB173F-EC0E-44FC-B1B1-5A0CE09D282D}" type="slidenum">
              <a:rPr lang="en-AE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AE" altLang="en-US"/>
          </a:p>
        </p:txBody>
      </p:sp>
    </p:spTree>
    <p:extLst>
      <p:ext uri="{BB962C8B-B14F-4D97-AF65-F5344CB8AC3E}">
        <p14:creationId xmlns:p14="http://schemas.microsoft.com/office/powerpoint/2010/main" val="41991011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>
            <a:extLst>
              <a:ext uri="{FF2B5EF4-FFF2-40B4-BE49-F238E27FC236}">
                <a16:creationId xmlns:a16="http://schemas.microsoft.com/office/drawing/2014/main" id="{F6E5E388-29AF-127D-7FE1-01A5FED17C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Notes Placeholder 2">
            <a:extLst>
              <a:ext uri="{FF2B5EF4-FFF2-40B4-BE49-F238E27FC236}">
                <a16:creationId xmlns:a16="http://schemas.microsoft.com/office/drawing/2014/main" id="{7437319C-20D7-56C0-E01F-4C2B5ECCB7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2228" name="Slide Number Placeholder 3">
            <a:extLst>
              <a:ext uri="{FF2B5EF4-FFF2-40B4-BE49-F238E27FC236}">
                <a16:creationId xmlns:a16="http://schemas.microsoft.com/office/drawing/2014/main" id="{228A4FDE-FD50-8BDB-E348-CB21D8FA58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3EE8322-65CF-4B0D-9885-C945A1513D37}" type="slidenum">
              <a:rPr lang="en-AE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AE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616CB-769A-6E6C-14A0-2B0C43285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>
            <a:extLst>
              <a:ext uri="{FF2B5EF4-FFF2-40B4-BE49-F238E27FC236}">
                <a16:creationId xmlns:a16="http://schemas.microsoft.com/office/drawing/2014/main" id="{C69FB784-BE9E-D107-D5C7-95B78F3DC7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Notes Placeholder 2">
            <a:extLst>
              <a:ext uri="{FF2B5EF4-FFF2-40B4-BE49-F238E27FC236}">
                <a16:creationId xmlns:a16="http://schemas.microsoft.com/office/drawing/2014/main" id="{A1FA782F-EC67-6DD5-FC68-6BE512E2E8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2228" name="Slide Number Placeholder 3">
            <a:extLst>
              <a:ext uri="{FF2B5EF4-FFF2-40B4-BE49-F238E27FC236}">
                <a16:creationId xmlns:a16="http://schemas.microsoft.com/office/drawing/2014/main" id="{81FDA6FA-E937-1CBF-CEEF-0D29C29628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3EE8322-65CF-4B0D-9885-C945A1513D37}" type="slidenum">
              <a:rPr lang="en-AE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AE" altLang="en-US"/>
          </a:p>
        </p:txBody>
      </p:sp>
    </p:spTree>
    <p:extLst>
      <p:ext uri="{BB962C8B-B14F-4D97-AF65-F5344CB8AC3E}">
        <p14:creationId xmlns:p14="http://schemas.microsoft.com/office/powerpoint/2010/main" val="1222549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A close-up of a skyscraper&#10;&#10;Description automatically generated">
            <a:extLst>
              <a:ext uri="{FF2B5EF4-FFF2-40B4-BE49-F238E27FC236}">
                <a16:creationId xmlns:a16="http://schemas.microsoft.com/office/drawing/2014/main" id="{9B87D59D-1680-2B0B-DB68-C5A85E23134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" t="156" b="256"/>
          <a:stretch>
            <a:fillRect/>
          </a:stretch>
        </p:blipFill>
        <p:spPr bwMode="auto">
          <a:xfrm>
            <a:off x="0" y="11113"/>
            <a:ext cx="12192000" cy="684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7D0D2BD-C0F0-313C-2DC9-3B85D2B3A1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341438"/>
            <a:ext cx="6175375" cy="5516562"/>
          </a:xfrm>
          <a:prstGeom prst="rect">
            <a:avLst/>
          </a:prstGeom>
          <a:solidFill>
            <a:srgbClr val="DED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A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CE5D80-22F7-818F-261A-A30EF610E8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1341438"/>
          </a:xfrm>
          <a:prstGeom prst="rect">
            <a:avLst/>
          </a:prstGeom>
          <a:solidFill>
            <a:srgbClr val="E9EA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998512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A city skyline with a few tall buildings&#10;&#10;Description automatically generated with medium confidence">
            <a:extLst>
              <a:ext uri="{FF2B5EF4-FFF2-40B4-BE49-F238E27FC236}">
                <a16:creationId xmlns:a16="http://schemas.microsoft.com/office/drawing/2014/main" id="{59A73F06-53DA-8EA2-ADC0-E9E1B42D55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650A7E6-88F1-479B-AAF8-AFA897FFC8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4149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AE"/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7EFBB70E-2A21-D293-07D2-210D0931FDB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25" y="0"/>
            <a:ext cx="1228725" cy="2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9">
            <a:extLst>
              <a:ext uri="{FF2B5EF4-FFF2-40B4-BE49-F238E27FC236}">
                <a16:creationId xmlns:a16="http://schemas.microsoft.com/office/drawing/2014/main" id="{BB74D12D-5B98-9C07-381B-85070DCCA7F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680700" y="6308725"/>
            <a:ext cx="1236663" cy="2460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algn="r" eaLnBrk="1" hangingPunct="1">
              <a:defRPr/>
            </a:pPr>
            <a:fld id="{F40B254A-2B6B-45EC-A0D7-B5217586B076}" type="slidenum">
              <a:rPr lang="en-US" alt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defRPr/>
              </a:pPr>
              <a:t>‹#›</a:t>
            </a:fld>
            <a:endParaRPr lang="en-US" altLang="en-US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269689" y="446567"/>
            <a:ext cx="5167391" cy="642458"/>
          </a:xfrm>
        </p:spPr>
        <p:txBody>
          <a:bodyPr>
            <a:noAutofit/>
          </a:bodyPr>
          <a:lstStyle>
            <a:lvl1pPr>
              <a:defRPr sz="4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F20D98F-6509-0386-27AE-AFEB32EE981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80988" y="6308725"/>
            <a:ext cx="5445125" cy="246063"/>
          </a:xfrm>
        </p:spPr>
        <p:txBody>
          <a:bodyPr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AE"/>
              <a:t>Slide Footnote</a:t>
            </a:r>
          </a:p>
        </p:txBody>
      </p:sp>
    </p:spTree>
    <p:extLst>
      <p:ext uri="{BB962C8B-B14F-4D97-AF65-F5344CB8AC3E}">
        <p14:creationId xmlns:p14="http://schemas.microsoft.com/office/powerpoint/2010/main" val="3137228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A white and grey background&#10;&#10;Description automatically generated">
            <a:extLst>
              <a:ext uri="{FF2B5EF4-FFF2-40B4-BE49-F238E27FC236}">
                <a16:creationId xmlns:a16="http://schemas.microsoft.com/office/drawing/2014/main" id="{19729742-29FD-CBC0-8C6D-0787861A7FB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7">
            <a:extLst>
              <a:ext uri="{FF2B5EF4-FFF2-40B4-BE49-F238E27FC236}">
                <a16:creationId xmlns:a16="http://schemas.microsoft.com/office/drawing/2014/main" id="{6BABFC99-4A6F-9D32-FB80-869158F6FB3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25" y="0"/>
            <a:ext cx="1228725" cy="2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4D32F098-2A69-B579-5453-F8B41061387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680700" y="6308725"/>
            <a:ext cx="1236663" cy="2460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algn="r" eaLnBrk="1" hangingPunct="1">
              <a:defRPr/>
            </a:pPr>
            <a:fld id="{87ED1115-1C0E-4BB6-8D38-8A26B7FC782B}" type="slidenum">
              <a:rPr lang="en-US" altLang="en-US" sz="100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defRPr/>
              </a:pPr>
              <a:t>‹#›</a:t>
            </a:fld>
            <a:endParaRPr lang="en-US" altLang="en-US" sz="10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itle 16"/>
          <p:cNvSpPr>
            <a:spLocks noGrp="1"/>
          </p:cNvSpPr>
          <p:nvPr>
            <p:ph type="title"/>
          </p:nvPr>
        </p:nvSpPr>
        <p:spPr>
          <a:xfrm>
            <a:off x="269689" y="238173"/>
            <a:ext cx="5167391" cy="642458"/>
          </a:xfrm>
        </p:spPr>
        <p:txBody>
          <a:bodyPr>
            <a:noAutofit/>
          </a:bodyPr>
          <a:lstStyle>
            <a:lvl1pPr>
              <a:defRPr sz="3600" b="1">
                <a:solidFill>
                  <a:srgbClr val="92B6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13076-352F-CA36-09DA-C14C1F99A8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80988" y="6308725"/>
            <a:ext cx="5445125" cy="246063"/>
          </a:xfrm>
        </p:spPr>
        <p:txBody>
          <a:bodyPr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en-AE"/>
              <a:t>Slide Footnote</a:t>
            </a:r>
          </a:p>
        </p:txBody>
      </p:sp>
    </p:spTree>
    <p:extLst>
      <p:ext uri="{BB962C8B-B14F-4D97-AF65-F5344CB8AC3E}">
        <p14:creationId xmlns:p14="http://schemas.microsoft.com/office/powerpoint/2010/main" val="3810242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E2540E-376A-55BA-7E73-FEA04C91EE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108950" y="7938"/>
            <a:ext cx="4083050" cy="6858000"/>
          </a:xfrm>
          <a:prstGeom prst="rect">
            <a:avLst/>
          </a:prstGeom>
          <a:solidFill>
            <a:srgbClr val="F4F8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AE"/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25D417BF-F369-82C7-13A8-C02829E18E5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25" y="0"/>
            <a:ext cx="1228725" cy="2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5C1DCA83-F742-A8C2-1D11-C95427F03C2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680700" y="6308725"/>
            <a:ext cx="1236663" cy="2460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algn="r" eaLnBrk="1" hangingPunct="1">
              <a:defRPr/>
            </a:pPr>
            <a:fld id="{01C4A253-504C-4CED-A30C-A91C182ACDDB}" type="slidenum">
              <a:rPr lang="en-US" altLang="en-US" sz="100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defRPr/>
              </a:pPr>
              <a:t>‹#›</a:t>
            </a:fld>
            <a:endParaRPr lang="en-US" altLang="en-US" sz="10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269689" y="238173"/>
            <a:ext cx="5167391" cy="642458"/>
          </a:xfrm>
        </p:spPr>
        <p:txBody>
          <a:bodyPr>
            <a:noAutofit/>
          </a:bodyPr>
          <a:lstStyle>
            <a:lvl1pPr>
              <a:defRPr sz="3600" b="1">
                <a:solidFill>
                  <a:srgbClr val="92B6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5980C-8F67-1202-6CEE-8FAD2E6AC1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80988" y="6308725"/>
            <a:ext cx="5445125" cy="246063"/>
          </a:xfrm>
        </p:spPr>
        <p:txBody>
          <a:bodyPr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en-AE"/>
              <a:t>Slide Footnote</a:t>
            </a:r>
          </a:p>
        </p:txBody>
      </p:sp>
    </p:spTree>
    <p:extLst>
      <p:ext uri="{BB962C8B-B14F-4D97-AF65-F5344CB8AC3E}">
        <p14:creationId xmlns:p14="http://schemas.microsoft.com/office/powerpoint/2010/main" val="3083929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52DB96-E904-06CC-7440-232D4B0E63A6}"/>
              </a:ext>
            </a:extLst>
          </p:cNvPr>
          <p:cNvSpPr>
            <a:spLocks/>
          </p:cNvSpPr>
          <p:nvPr userDrawn="1"/>
        </p:nvSpPr>
        <p:spPr>
          <a:xfrm>
            <a:off x="6465888" y="7938"/>
            <a:ext cx="5726112" cy="6858000"/>
          </a:xfrm>
          <a:prstGeom prst="rect">
            <a:avLst/>
          </a:prstGeom>
          <a:solidFill>
            <a:srgbClr val="F4F8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AE"/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4A295177-E900-FDC2-D837-CBA5E6033C4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25" y="0"/>
            <a:ext cx="1228725" cy="2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7A4379DD-9D16-B703-554D-76BB3AABE5F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680700" y="6308725"/>
            <a:ext cx="1236663" cy="2460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algn="r" eaLnBrk="1" hangingPunct="1">
              <a:defRPr/>
            </a:pPr>
            <a:fld id="{DF433DE9-D4FD-4B8B-B749-5823791603CE}" type="slidenum">
              <a:rPr lang="en-US" altLang="en-US" sz="100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defRPr/>
              </a:pPr>
              <a:t>‹#›</a:t>
            </a:fld>
            <a:endParaRPr lang="en-US" altLang="en-US" sz="10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269689" y="238173"/>
            <a:ext cx="5167391" cy="642458"/>
          </a:xfrm>
        </p:spPr>
        <p:txBody>
          <a:bodyPr>
            <a:noAutofit/>
          </a:bodyPr>
          <a:lstStyle>
            <a:lvl1pPr>
              <a:defRPr sz="3600" b="1">
                <a:solidFill>
                  <a:srgbClr val="92B6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E35EE-F7AE-A9AD-A76C-428E7B5809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80988" y="6308725"/>
            <a:ext cx="5445125" cy="246063"/>
          </a:xfrm>
        </p:spPr>
        <p:txBody>
          <a:bodyPr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en-AE"/>
              <a:t>Slide Footnote</a:t>
            </a:r>
          </a:p>
        </p:txBody>
      </p:sp>
    </p:spTree>
    <p:extLst>
      <p:ext uri="{BB962C8B-B14F-4D97-AF65-F5344CB8AC3E}">
        <p14:creationId xmlns:p14="http://schemas.microsoft.com/office/powerpoint/2010/main" val="714581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solidFill>
          <a:srgbClr val="2129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8F5046-1D38-413A-E3D9-5AAD4AC46BC5}"/>
              </a:ext>
            </a:extLst>
          </p:cNvPr>
          <p:cNvSpPr>
            <a:spLocks/>
          </p:cNvSpPr>
          <p:nvPr userDrawn="1"/>
        </p:nvSpPr>
        <p:spPr>
          <a:xfrm>
            <a:off x="6465888" y="0"/>
            <a:ext cx="5726112" cy="6865938"/>
          </a:xfrm>
          <a:prstGeom prst="rect">
            <a:avLst/>
          </a:prstGeom>
          <a:solidFill>
            <a:srgbClr val="F4F8F8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AE"/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7AE303DA-3317-C954-24EE-87CCF220B1C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25" y="0"/>
            <a:ext cx="1228725" cy="2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ABA3A8AF-7AAB-6660-FFBF-CCCF55438BC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680700" y="6308725"/>
            <a:ext cx="1236663" cy="2460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algn="r" eaLnBrk="1" hangingPunct="1">
              <a:defRPr/>
            </a:pPr>
            <a:fld id="{C9979C7D-AC13-4D8C-BF84-B10D7890538C}" type="slidenum">
              <a:rPr lang="en-US" altLang="en-US" sz="1000" smtClean="0">
                <a:solidFill>
                  <a:srgbClr val="A1A2B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defRPr/>
              </a:pPr>
              <a:t>‹#›</a:t>
            </a:fld>
            <a:endParaRPr lang="en-US" altLang="en-US" sz="1000">
              <a:solidFill>
                <a:srgbClr val="A1A2B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269689" y="238173"/>
            <a:ext cx="5167391" cy="642458"/>
          </a:xfrm>
        </p:spPr>
        <p:txBody>
          <a:bodyPr>
            <a:noAutofit/>
          </a:bodyPr>
          <a:lstStyle>
            <a:lvl1pPr>
              <a:defRPr sz="3600" b="1">
                <a:solidFill>
                  <a:srgbClr val="92B6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2AEC7-97FA-6C09-F8BE-EDA97FBF281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80988" y="6308725"/>
            <a:ext cx="5445125" cy="246063"/>
          </a:xfrm>
        </p:spPr>
        <p:txBody>
          <a:bodyPr/>
          <a:lstStyle>
            <a:lvl1pPr algn="l">
              <a:defRPr sz="1000">
                <a:solidFill>
                  <a:srgbClr val="73778A"/>
                </a:solidFill>
              </a:defRPr>
            </a:lvl1pPr>
          </a:lstStyle>
          <a:p>
            <a:pPr>
              <a:defRPr/>
            </a:pPr>
            <a:r>
              <a:rPr lang="en-AE"/>
              <a:t>Slide Footnote</a:t>
            </a:r>
          </a:p>
        </p:txBody>
      </p:sp>
    </p:spTree>
    <p:extLst>
      <p:ext uri="{BB962C8B-B14F-4D97-AF65-F5344CB8AC3E}">
        <p14:creationId xmlns:p14="http://schemas.microsoft.com/office/powerpoint/2010/main" val="467816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A city skyline with tall buildings&#10;&#10;Description automatically generated">
            <a:extLst>
              <a:ext uri="{FF2B5EF4-FFF2-40B4-BE49-F238E27FC236}">
                <a16:creationId xmlns:a16="http://schemas.microsoft.com/office/drawing/2014/main" id="{18583652-CAD8-F53F-BB67-1F7938E4204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0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9FE23F9-0623-8C66-DC51-0B8CF7141533}"/>
              </a:ext>
            </a:extLst>
          </p:cNvPr>
          <p:cNvSpPr/>
          <p:nvPr/>
        </p:nvSpPr>
        <p:spPr>
          <a:xfrm>
            <a:off x="350838" y="2279650"/>
            <a:ext cx="3624262" cy="2344738"/>
          </a:xfrm>
          <a:prstGeom prst="rect">
            <a:avLst/>
          </a:prstGeom>
          <a:solidFill>
            <a:srgbClr val="F4F8F8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A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A1ADB3-BB53-76E8-5FEC-9169D7BEC833}"/>
              </a:ext>
            </a:extLst>
          </p:cNvPr>
          <p:cNvSpPr/>
          <p:nvPr/>
        </p:nvSpPr>
        <p:spPr>
          <a:xfrm>
            <a:off x="4346575" y="2279650"/>
            <a:ext cx="3624263" cy="2344738"/>
          </a:xfrm>
          <a:prstGeom prst="rect">
            <a:avLst/>
          </a:prstGeom>
          <a:solidFill>
            <a:srgbClr val="F4F8F8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A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61BB0C-15B1-89F8-3EA8-50C9B7891C15}"/>
              </a:ext>
            </a:extLst>
          </p:cNvPr>
          <p:cNvSpPr/>
          <p:nvPr/>
        </p:nvSpPr>
        <p:spPr>
          <a:xfrm>
            <a:off x="8221663" y="2279650"/>
            <a:ext cx="3624262" cy="2344738"/>
          </a:xfrm>
          <a:prstGeom prst="rect">
            <a:avLst/>
          </a:prstGeom>
          <a:solidFill>
            <a:srgbClr val="F4F8F8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AE"/>
          </a:p>
        </p:txBody>
      </p:sp>
      <p:pic>
        <p:nvPicPr>
          <p:cNvPr id="6" name="Picture 10">
            <a:extLst>
              <a:ext uri="{FF2B5EF4-FFF2-40B4-BE49-F238E27FC236}">
                <a16:creationId xmlns:a16="http://schemas.microsoft.com/office/drawing/2014/main" id="{391DDE5F-BB44-31B7-5A55-97EF47C0F9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25" y="0"/>
            <a:ext cx="1228725" cy="2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11">
            <a:extLst>
              <a:ext uri="{FF2B5EF4-FFF2-40B4-BE49-F238E27FC236}">
                <a16:creationId xmlns:a16="http://schemas.microsoft.com/office/drawing/2014/main" id="{B22FC4E2-6C4E-16E0-3CD6-3228908A1D2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680700" y="6308725"/>
            <a:ext cx="1236663" cy="2460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algn="r" eaLnBrk="1" hangingPunct="1">
              <a:defRPr/>
            </a:pPr>
            <a:fld id="{013D4AD5-D1A7-4553-A5ED-9C66BADB45AF}" type="slidenum">
              <a:rPr lang="en-US" alt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defRPr/>
              </a:pPr>
              <a:t>‹#›</a:t>
            </a:fld>
            <a:endParaRPr lang="en-US" altLang="en-US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269689" y="446567"/>
            <a:ext cx="5167391" cy="642458"/>
          </a:xfrm>
        </p:spPr>
        <p:txBody>
          <a:bodyPr>
            <a:noAutofit/>
          </a:bodyPr>
          <a:lstStyle>
            <a:lvl1pPr>
              <a:defRPr sz="4800" b="1">
                <a:solidFill>
                  <a:srgbClr val="92B6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7B861BC-18E8-E0A4-D348-D9C9ADEC5B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80988" y="6308725"/>
            <a:ext cx="5445125" cy="246063"/>
          </a:xfrm>
        </p:spPr>
        <p:txBody>
          <a:bodyPr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AE"/>
              <a:t>Slide Footnote</a:t>
            </a:r>
          </a:p>
        </p:txBody>
      </p:sp>
    </p:spTree>
    <p:extLst>
      <p:ext uri="{BB962C8B-B14F-4D97-AF65-F5344CB8AC3E}">
        <p14:creationId xmlns:p14="http://schemas.microsoft.com/office/powerpoint/2010/main" val="1763778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B711D9-DCB4-2443-B791-A81F5394E7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DED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A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AAAE48-3129-C5DE-1585-89D1A21924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4149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AE"/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DDF216EA-D7B6-D6CB-EF9A-5B20A006C31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25" y="0"/>
            <a:ext cx="1228725" cy="2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9">
            <a:extLst>
              <a:ext uri="{FF2B5EF4-FFF2-40B4-BE49-F238E27FC236}">
                <a16:creationId xmlns:a16="http://schemas.microsoft.com/office/drawing/2014/main" id="{C25B96AF-E8A9-0BDC-C80C-CB87DF30B83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680700" y="6308725"/>
            <a:ext cx="1236663" cy="2460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algn="r" eaLnBrk="1" hangingPunct="1">
              <a:defRPr/>
            </a:pPr>
            <a:fld id="{28571C50-9116-400F-9297-D3EF663DE546}" type="slidenum">
              <a:rPr lang="en-US" altLang="en-US" sz="100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defRPr/>
              </a:pPr>
              <a:t>‹#›</a:t>
            </a:fld>
            <a:endParaRPr lang="en-US" altLang="en-US" sz="10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itle 16"/>
          <p:cNvSpPr>
            <a:spLocks noGrp="1"/>
          </p:cNvSpPr>
          <p:nvPr>
            <p:ph type="title"/>
          </p:nvPr>
        </p:nvSpPr>
        <p:spPr>
          <a:xfrm>
            <a:off x="269689" y="238173"/>
            <a:ext cx="5167391" cy="642458"/>
          </a:xfrm>
        </p:spPr>
        <p:txBody>
          <a:bodyPr>
            <a:noAutofit/>
          </a:bodyPr>
          <a:lstStyle>
            <a:lvl1pPr>
              <a:defRPr sz="3600" b="1">
                <a:solidFill>
                  <a:srgbClr val="92B6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B2C84CF-E204-7224-2BAF-095C3068EE9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80988" y="6308725"/>
            <a:ext cx="5445125" cy="246063"/>
          </a:xfrm>
        </p:spPr>
        <p:txBody>
          <a:bodyPr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AE"/>
              <a:t>Slide Footnote</a:t>
            </a:r>
          </a:p>
        </p:txBody>
      </p:sp>
    </p:spTree>
    <p:extLst>
      <p:ext uri="{BB962C8B-B14F-4D97-AF65-F5344CB8AC3E}">
        <p14:creationId xmlns:p14="http://schemas.microsoft.com/office/powerpoint/2010/main" val="1114992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D22F33-37D1-382D-6D40-AAEB11EAD669}"/>
              </a:ext>
            </a:extLst>
          </p:cNvPr>
          <p:cNvSpPr>
            <a:spLocks/>
          </p:cNvSpPr>
          <p:nvPr userDrawn="1"/>
        </p:nvSpPr>
        <p:spPr>
          <a:xfrm>
            <a:off x="8099425" y="7938"/>
            <a:ext cx="4083050" cy="6858000"/>
          </a:xfrm>
          <a:prstGeom prst="rect">
            <a:avLst/>
          </a:prstGeom>
          <a:solidFill>
            <a:srgbClr val="A6A9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AE"/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6F28A407-FBBB-C0F3-A350-9BD9B272B2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25" y="0"/>
            <a:ext cx="1228725" cy="2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72944111-7EF9-9AD3-93F7-8842EFBB8DF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680700" y="6308725"/>
            <a:ext cx="1236663" cy="2460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algn="r" eaLnBrk="1" hangingPunct="1">
              <a:defRPr/>
            </a:pPr>
            <a:fld id="{638CF054-8C29-4D17-8685-177C71145C9E}" type="slidenum">
              <a:rPr lang="en-US" alt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defRPr/>
              </a:pPr>
              <a:t>‹#›</a:t>
            </a:fld>
            <a:endParaRPr lang="en-US" altLang="en-US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itle 16"/>
          <p:cNvSpPr>
            <a:spLocks noGrp="1"/>
          </p:cNvSpPr>
          <p:nvPr>
            <p:ph type="title"/>
          </p:nvPr>
        </p:nvSpPr>
        <p:spPr>
          <a:xfrm>
            <a:off x="269689" y="238173"/>
            <a:ext cx="5167391" cy="642458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60D3E-50B3-1542-859D-7DCE8C23B23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80988" y="6308725"/>
            <a:ext cx="5445125" cy="246063"/>
          </a:xfrm>
        </p:spPr>
        <p:txBody>
          <a:bodyPr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en-AE"/>
              <a:t>Slide Footnote</a:t>
            </a:r>
          </a:p>
        </p:txBody>
      </p:sp>
    </p:spTree>
    <p:extLst>
      <p:ext uri="{BB962C8B-B14F-4D97-AF65-F5344CB8AC3E}">
        <p14:creationId xmlns:p14="http://schemas.microsoft.com/office/powerpoint/2010/main" val="3435501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6CB8FA71-685F-E134-8EBE-410B4DEE08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25" y="0"/>
            <a:ext cx="1228725" cy="2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7">
            <a:extLst>
              <a:ext uri="{FF2B5EF4-FFF2-40B4-BE49-F238E27FC236}">
                <a16:creationId xmlns:a16="http://schemas.microsoft.com/office/drawing/2014/main" id="{CC614705-C5BC-A736-4DC5-09BF86AC0A8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680700" y="6308725"/>
            <a:ext cx="1236663" cy="2460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algn="r" eaLnBrk="1" hangingPunct="1">
              <a:defRPr/>
            </a:pPr>
            <a:fld id="{3DEA4249-1ADD-419F-9F86-55DED74C22CF}" type="slidenum">
              <a:rPr lang="en-US" altLang="en-US" sz="100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defRPr/>
              </a:pPr>
              <a:t>‹#›</a:t>
            </a:fld>
            <a:endParaRPr lang="en-US" altLang="en-US" sz="10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itle 16"/>
          <p:cNvSpPr>
            <a:spLocks noGrp="1"/>
          </p:cNvSpPr>
          <p:nvPr>
            <p:ph type="title"/>
          </p:nvPr>
        </p:nvSpPr>
        <p:spPr>
          <a:xfrm>
            <a:off x="269689" y="238173"/>
            <a:ext cx="5167391" cy="642458"/>
          </a:xfrm>
        </p:spPr>
        <p:txBody>
          <a:bodyPr>
            <a:noAutofit/>
          </a:bodyPr>
          <a:lstStyle>
            <a:lvl1pPr>
              <a:defRPr sz="3600" b="1">
                <a:solidFill>
                  <a:srgbClr val="92B6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752BDCE-DA64-8BC6-B7F0-7DD1B6B502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80988" y="6308725"/>
            <a:ext cx="5445125" cy="246063"/>
          </a:xfrm>
        </p:spPr>
        <p:txBody>
          <a:bodyPr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en-AE"/>
              <a:t>Slide Footnote</a:t>
            </a:r>
          </a:p>
        </p:txBody>
      </p:sp>
    </p:spTree>
    <p:extLst>
      <p:ext uri="{BB962C8B-B14F-4D97-AF65-F5344CB8AC3E}">
        <p14:creationId xmlns:p14="http://schemas.microsoft.com/office/powerpoint/2010/main" val="3872799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solidFill>
          <a:srgbClr val="2129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9F33A761-C674-F52A-E038-849F923D74A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25" y="0"/>
            <a:ext cx="1228725" cy="2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7">
            <a:extLst>
              <a:ext uri="{FF2B5EF4-FFF2-40B4-BE49-F238E27FC236}">
                <a16:creationId xmlns:a16="http://schemas.microsoft.com/office/drawing/2014/main" id="{0BAB81F4-093F-3F25-D921-8E3DB6070D1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680700" y="6308725"/>
            <a:ext cx="1236663" cy="2460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algn="r" eaLnBrk="1" hangingPunct="1">
              <a:defRPr/>
            </a:pPr>
            <a:fld id="{5800D2DA-C1A9-4F60-B1B1-B5727F6EE5E0}" type="slidenum">
              <a:rPr lang="en-US" altLang="en-US" sz="1000" smtClean="0">
                <a:solidFill>
                  <a:srgbClr val="D1CFD6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defRPr/>
              </a:pPr>
              <a:t>‹#›</a:t>
            </a:fld>
            <a:endParaRPr lang="en-US" altLang="en-US" sz="1000">
              <a:solidFill>
                <a:srgbClr val="D1CFD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itle 16"/>
          <p:cNvSpPr>
            <a:spLocks noGrp="1"/>
          </p:cNvSpPr>
          <p:nvPr>
            <p:ph type="title"/>
          </p:nvPr>
        </p:nvSpPr>
        <p:spPr>
          <a:xfrm>
            <a:off x="269689" y="238173"/>
            <a:ext cx="5167391" cy="642458"/>
          </a:xfrm>
        </p:spPr>
        <p:txBody>
          <a:bodyPr>
            <a:noAutofit/>
          </a:bodyPr>
          <a:lstStyle>
            <a:lvl1pPr>
              <a:defRPr sz="3600" b="1">
                <a:solidFill>
                  <a:srgbClr val="92B6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4907753-086E-3A73-71C4-B8AEC654319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80988" y="6308725"/>
            <a:ext cx="5445125" cy="246063"/>
          </a:xfrm>
        </p:spPr>
        <p:txBody>
          <a:bodyPr/>
          <a:lstStyle>
            <a:lvl1pPr algn="l">
              <a:defRPr sz="1000">
                <a:solidFill>
                  <a:srgbClr val="D1CFD6"/>
                </a:solidFill>
              </a:defRPr>
            </a:lvl1pPr>
          </a:lstStyle>
          <a:p>
            <a:pPr>
              <a:defRPr/>
            </a:pPr>
            <a:r>
              <a:rPr lang="en-AE"/>
              <a:t>Slide Footnote</a:t>
            </a:r>
          </a:p>
        </p:txBody>
      </p:sp>
    </p:spTree>
    <p:extLst>
      <p:ext uri="{BB962C8B-B14F-4D97-AF65-F5344CB8AC3E}">
        <p14:creationId xmlns:p14="http://schemas.microsoft.com/office/powerpoint/2010/main" val="18990804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64404E-CF2B-9677-525D-6BEFFFFC72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D1EF6CBE-9C35-4D26-9EE8-940CF303D9D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25" y="0"/>
            <a:ext cx="1228725" cy="2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itle 16"/>
          <p:cNvSpPr>
            <a:spLocks noGrp="1"/>
          </p:cNvSpPr>
          <p:nvPr>
            <p:ph type="title"/>
          </p:nvPr>
        </p:nvSpPr>
        <p:spPr>
          <a:xfrm>
            <a:off x="269689" y="3107771"/>
            <a:ext cx="5167391" cy="642458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5468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9FB82A4-4C0F-5C19-18B9-269092F28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69E3042F-3CE5-58E2-2DA7-2D43CBCA5DB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492" y="4748039"/>
            <a:ext cx="5585778" cy="132282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kumimoji="0" lang="en-US" sz="1200" b="1" i="0" u="none" strike="noStrike" kern="1200" cap="none" spc="0" normalizeH="0" baseline="0" dirty="0" smtClean="0">
                <a:ln>
                  <a:noFill/>
                </a:ln>
                <a:solidFill>
                  <a:srgbClr val="005470"/>
                </a:solidFill>
                <a:effectLst/>
                <a:uLnTx/>
                <a:uFillTx/>
                <a:latin typeface="Janna LT" pitchFamily="2" charset="-78"/>
                <a:ea typeface="+mn-ea"/>
                <a:cs typeface="Janna LT" pitchFamily="2" charset="-78"/>
              </a:defRPr>
            </a:lvl1pPr>
            <a:lvl2pPr>
              <a:lnSpc>
                <a:spcPts val="1600"/>
              </a:lnSpc>
              <a:spcBef>
                <a:spcPts val="1000"/>
              </a:spcBef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srgbClr val="00232E"/>
                </a:solidFill>
                <a:effectLst/>
                <a:uLnTx/>
                <a:uFillTx/>
                <a:latin typeface="Janna LT" pitchFamily="2" charset="-78"/>
                <a:ea typeface="+mn-ea"/>
                <a:cs typeface="Janna LT" pitchFamily="2" charset="-78"/>
              </a:defRPr>
            </a:lvl2pPr>
          </a:lstStyle>
          <a:p>
            <a:pPr marL="0" marR="0" lvl="0" indent="0" algn="l" defTabSz="914400" rtl="0" eaLnBrk="1" fontAlgn="auto" latinLnBrk="0" hangingPunct="0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1EFB8DCA-2F39-2BD1-EDA0-33BE81F4E2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9490" y="2413171"/>
            <a:ext cx="5585779" cy="224151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78D6362-A3E1-D082-36F3-933A7BD924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71712" y="2413171"/>
            <a:ext cx="5585779" cy="224151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1F12E8C-C49E-AC81-366B-60D8DC2FFFC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171713" y="4748039"/>
            <a:ext cx="5585778" cy="132282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kumimoji="0" lang="en-US" sz="1200" b="1" i="0" u="none" strike="noStrike" kern="1200" cap="none" spc="0" normalizeH="0" baseline="0" dirty="0" smtClean="0">
                <a:ln>
                  <a:noFill/>
                </a:ln>
                <a:solidFill>
                  <a:srgbClr val="005470"/>
                </a:solidFill>
                <a:effectLst/>
                <a:uLnTx/>
                <a:uFillTx/>
                <a:latin typeface="Janna LT" pitchFamily="2" charset="-78"/>
                <a:ea typeface="+mn-ea"/>
                <a:cs typeface="Janna LT" pitchFamily="2" charset="-78"/>
              </a:defRPr>
            </a:lvl1pPr>
            <a:lvl2pPr>
              <a:lnSpc>
                <a:spcPts val="1600"/>
              </a:lnSpc>
              <a:spcBef>
                <a:spcPts val="1000"/>
              </a:spcBef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srgbClr val="00232E"/>
                </a:solidFill>
                <a:effectLst/>
                <a:uLnTx/>
                <a:uFillTx/>
                <a:latin typeface="Janna LT" pitchFamily="2" charset="-78"/>
                <a:ea typeface="+mn-ea"/>
                <a:cs typeface="Janna LT" pitchFamily="2" charset="-78"/>
              </a:defRPr>
            </a:lvl2pPr>
          </a:lstStyle>
          <a:p>
            <a:pPr marL="0" marR="0" lvl="0" indent="0" algn="l" defTabSz="914400" rtl="0" eaLnBrk="1" fontAlgn="auto" latinLnBrk="0" hangingPunct="0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F89443D1-C76B-76F1-B7EA-F13C434701B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CA"/>
              <a:t>Abu Dhabi Department of Municipalities and Transport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899DFB7-F216-F1F6-645E-9CA112724B1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B8F4A31-9EC4-F944-A418-1FF225708D3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081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837F6C1C-C6AD-BD7C-54CF-3A21F052CE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AE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CCB45BB4-33C7-F733-4D5F-1C19804837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AE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BC468-F923-CEF1-D06F-52233637BA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GB"/>
              <a:t>1/24/25</a:t>
            </a:r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A8D93-2C22-3E01-794E-CF1F7D65BD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AE"/>
              <a:t>Slide Footnote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5601E-675C-F721-2296-F210633F59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19ED425-88F0-45DC-97BD-E10F01EE6450}" type="slidenum">
              <a:rPr lang="en-AE"/>
              <a:pPr>
                <a:defRPr/>
              </a:pPr>
              <a:t>‹#›</a:t>
            </a:fld>
            <a:endParaRPr lang="en-A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  <p:sldLayoutId id="2147483924" r:id="rId12"/>
    <p:sldLayoutId id="2147483925" r:id="rId13"/>
  </p:sldLayoutIdLst>
  <p:hf sldNum="0" hd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webp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web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8A377DA-296F-5D33-B42E-1552C1A9C1B3}"/>
              </a:ext>
            </a:extLst>
          </p:cNvPr>
          <p:cNvSpPr/>
          <p:nvPr/>
        </p:nvSpPr>
        <p:spPr>
          <a:xfrm rot="5400000">
            <a:off x="789781" y="-2175669"/>
            <a:ext cx="360363" cy="19399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A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F17F1B-CE56-90EF-8EBD-CF6B5CCA23EF}"/>
              </a:ext>
            </a:extLst>
          </p:cNvPr>
          <p:cNvSpPr/>
          <p:nvPr/>
        </p:nvSpPr>
        <p:spPr>
          <a:xfrm rot="5400000">
            <a:off x="516732" y="7349331"/>
            <a:ext cx="360362" cy="19399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A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919A7D-E97E-0597-C649-8C2E1DC7CD87}"/>
              </a:ext>
            </a:extLst>
          </p:cNvPr>
          <p:cNvSpPr txBox="1"/>
          <p:nvPr/>
        </p:nvSpPr>
        <p:spPr>
          <a:xfrm>
            <a:off x="387350" y="2982913"/>
            <a:ext cx="11804650" cy="110807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200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Nerds-Group #10</a:t>
            </a:r>
          </a:p>
        </p:txBody>
      </p:sp>
      <p:sp>
        <p:nvSpPr>
          <p:cNvPr id="16389" name="TextBox 1">
            <a:extLst>
              <a:ext uri="{FF2B5EF4-FFF2-40B4-BE49-F238E27FC236}">
                <a16:creationId xmlns:a16="http://schemas.microsoft.com/office/drawing/2014/main" id="{1D4D5F29-ADE6-938A-20A3-A4021ECFE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350" y="4222750"/>
            <a:ext cx="524986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92B6B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Milestone #2 </a:t>
            </a:r>
            <a:r>
              <a:rPr lang="en-US" altLang="en-US" sz="1800" dirty="0">
                <a:solidFill>
                  <a:srgbClr val="92B6B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Check-In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AE" altLang="en-US" sz="1800" dirty="0">
              <a:solidFill>
                <a:srgbClr val="92B6B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ACCCD1-1636-2B7A-269F-91C48B7B7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538123">
            <a:off x="332246" y="-9435"/>
            <a:ext cx="2163724" cy="21637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A5C6EE1-C7D6-B7F0-1422-C0C9B7F9DBE6}"/>
              </a:ext>
            </a:extLst>
          </p:cNvPr>
          <p:cNvGrpSpPr/>
          <p:nvPr/>
        </p:nvGrpSpPr>
        <p:grpSpPr>
          <a:xfrm rot="5400000">
            <a:off x="11021164" y="-3647"/>
            <a:ext cx="1169013" cy="1172660"/>
            <a:chOff x="-3647" y="-3647"/>
            <a:chExt cx="1169013" cy="117266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F38E04F-1E81-AF53-3467-428ADD3231A3}"/>
                </a:ext>
              </a:extLst>
            </p:cNvPr>
            <p:cNvSpPr/>
            <p:nvPr/>
          </p:nvSpPr>
          <p:spPr>
            <a:xfrm>
              <a:off x="-3647" y="0"/>
              <a:ext cx="219647" cy="1169013"/>
            </a:xfrm>
            <a:prstGeom prst="rect">
              <a:avLst/>
            </a:prstGeom>
            <a:solidFill>
              <a:srgbClr val="FFB8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25AE947-BCD7-7C39-6254-8650343635C4}"/>
                </a:ext>
              </a:extLst>
            </p:cNvPr>
            <p:cNvSpPr/>
            <p:nvPr/>
          </p:nvSpPr>
          <p:spPr>
            <a:xfrm rot="16200000">
              <a:off x="471036" y="-478330"/>
              <a:ext cx="219647" cy="1169013"/>
            </a:xfrm>
            <a:prstGeom prst="rect">
              <a:avLst/>
            </a:prstGeom>
            <a:solidFill>
              <a:srgbClr val="FFB8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9B21AFC-A2D1-5DA2-F35D-2D12FFDF06AE}"/>
              </a:ext>
            </a:extLst>
          </p:cNvPr>
          <p:cNvSpPr txBox="1"/>
          <p:nvPr/>
        </p:nvSpPr>
        <p:spPr>
          <a:xfrm>
            <a:off x="360179" y="6365404"/>
            <a:ext cx="5854684" cy="13849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900" b="0" i="0" u="none" strike="noStrike" kern="1200" cap="none" spc="0" normalizeH="0" baseline="0" noProof="0" dirty="0">
                <a:ln>
                  <a:noFill/>
                </a:ln>
                <a:solidFill>
                  <a:srgbClr val="ADB7BA"/>
                </a:solidFill>
                <a:effectLst/>
                <a:uLnTx/>
                <a:uFillTx/>
                <a:latin typeface="Janna LT" pitchFamily="2" charset="-78"/>
                <a:ea typeface="+mn-ea"/>
                <a:cs typeface="Janna LT" pitchFamily="2" charset="-78"/>
              </a:rPr>
              <a:t>Data Nerds- Group #10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17C8CC-D188-10BF-E83E-3D2F5E412C29}"/>
              </a:ext>
            </a:extLst>
          </p:cNvPr>
          <p:cNvSpPr txBox="1"/>
          <p:nvPr/>
        </p:nvSpPr>
        <p:spPr>
          <a:xfrm>
            <a:off x="4736303" y="1345935"/>
            <a:ext cx="5080000" cy="184666"/>
          </a:xfrm>
          <a:prstGeom prst="rect">
            <a:avLst/>
          </a:prstGeom>
          <a:noFill/>
        </p:spPr>
        <p:txBody>
          <a:bodyPr wrap="square" lIns="108000" tIns="0" rIns="108000" bIns="0" rtlCol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Janna LT" pitchFamily="2" charset="-78"/>
              </a:rPr>
              <a:t>Bonds, Warranties, and Insurances required &amp; Status: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12D7F9-5C09-623C-6BBF-9C795978B5FC}"/>
              </a:ext>
            </a:extLst>
          </p:cNvPr>
          <p:cNvSpPr txBox="1"/>
          <p:nvPr/>
        </p:nvSpPr>
        <p:spPr>
          <a:xfrm>
            <a:off x="4736303" y="4415927"/>
            <a:ext cx="2975023" cy="184666"/>
          </a:xfrm>
          <a:prstGeom prst="rect">
            <a:avLst/>
          </a:prstGeom>
          <a:noFill/>
        </p:spPr>
        <p:txBody>
          <a:bodyPr wrap="square" lIns="108000" tIns="0" rIns="108000" bIns="0" rtlCol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Janna LT" pitchFamily="2" charset="-78"/>
              </a:rPr>
              <a:t>Commercial Status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B646878-CFC3-8C68-C9A7-B415EABDF7FE}"/>
              </a:ext>
            </a:extLst>
          </p:cNvPr>
          <p:cNvSpPr/>
          <p:nvPr/>
        </p:nvSpPr>
        <p:spPr>
          <a:xfrm>
            <a:off x="0" y="805765"/>
            <a:ext cx="2664823" cy="331081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50" b="0" i="0" u="none" strike="noStrike" kern="1200" cap="none" spc="0" normalizeH="0" baseline="0" noProof="0">
              <a:ln>
                <a:noFill/>
              </a:ln>
              <a:solidFill>
                <a:srgbClr val="FFB8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7757BA-6DB8-DB7E-6A1C-E80245360A79}"/>
              </a:ext>
            </a:extLst>
          </p:cNvPr>
          <p:cNvSpPr txBox="1"/>
          <p:nvPr/>
        </p:nvSpPr>
        <p:spPr>
          <a:xfrm>
            <a:off x="1951427" y="2281784"/>
            <a:ext cx="6938527" cy="73866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/>
            <a:r>
              <a:rPr lang="en-US" sz="4800" b="1" dirty="0">
                <a:solidFill>
                  <a:srgbClr val="002D3D"/>
                </a:solidFill>
                <a:latin typeface="Janna LT" panose="01000000000000000000" pitchFamily="2" charset="-78"/>
                <a:ea typeface="Verdana" panose="020B0604030504040204" pitchFamily="34" charset="0"/>
                <a:cs typeface="Janna LT" panose="01000000000000000000" pitchFamily="2" charset="-78"/>
              </a:rPr>
              <a:t>Our Question?</a:t>
            </a:r>
            <a:endParaRPr lang="en-US" sz="4800" b="1" dirty="0">
              <a:solidFill>
                <a:srgbClr val="FFB800"/>
              </a:solidFill>
              <a:latin typeface="Janna LT" panose="01000000000000000000" pitchFamily="2" charset="-78"/>
              <a:ea typeface="Verdana" panose="020B0604030504040204" pitchFamily="34" charset="0"/>
              <a:cs typeface="Janna LT" panose="010000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ADFFEF-59D0-32DE-34E6-5413895C46B5}"/>
              </a:ext>
            </a:extLst>
          </p:cNvPr>
          <p:cNvSpPr txBox="1"/>
          <p:nvPr/>
        </p:nvSpPr>
        <p:spPr>
          <a:xfrm>
            <a:off x="1753464" y="3519055"/>
            <a:ext cx="8267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would the use of renewable energy affect construction sites in terms of cost , energy usage and carbon emissions within the middle east and African regions?</a:t>
            </a:r>
            <a:endParaRPr lang="en-AE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7F3CF38-F5F4-C0A0-9D64-81570B837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31175">
            <a:off x="8913264" y="622379"/>
            <a:ext cx="1806078" cy="228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644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55A1A-8122-6392-DBC6-79CBF9704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808319-B758-D600-449D-7B07E224225F}"/>
              </a:ext>
            </a:extLst>
          </p:cNvPr>
          <p:cNvSpPr txBox="1"/>
          <p:nvPr/>
        </p:nvSpPr>
        <p:spPr>
          <a:xfrm>
            <a:off x="-75131" y="0"/>
            <a:ext cx="442117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800" b="1" dirty="0">
                <a:solidFill>
                  <a:srgbClr val="002D3D"/>
                </a:solidFill>
                <a:ea typeface="Verdana" panose="020B0604030504040204" pitchFamily="34" charset="0"/>
                <a:cs typeface="Janna LT" panose="01000000000000000000" pitchFamily="2" charset="-78"/>
              </a:rPr>
              <a:t>Research Brief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1" dirty="0">
              <a:solidFill>
                <a:schemeClr val="accent2">
                  <a:lumMod val="40000"/>
                  <a:lumOff val="60000"/>
                </a:schemeClr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11B1297-0C33-E63F-1D44-50AB2B9F5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9368" y="405850"/>
            <a:ext cx="67881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33B9B26F-E0D2-170E-F7D5-E8950941A554}"/>
              </a:ext>
            </a:extLst>
          </p:cNvPr>
          <p:cNvSpPr/>
          <p:nvPr/>
        </p:nvSpPr>
        <p:spPr>
          <a:xfrm>
            <a:off x="6862713" y="760413"/>
            <a:ext cx="1508289" cy="5970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A4A7F74-62A2-10CD-7B6A-B9EECB18FC95}"/>
              </a:ext>
            </a:extLst>
          </p:cNvPr>
          <p:cNvSpPr/>
          <p:nvPr/>
        </p:nvSpPr>
        <p:spPr>
          <a:xfrm>
            <a:off x="6494454" y="3226019"/>
            <a:ext cx="1508289" cy="5970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EB2287E-76D7-D3D8-2027-78C78F884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1599" y="249405"/>
            <a:ext cx="3460674" cy="161906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ABDA1C0-1A33-EA2B-335D-A5A96DD347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1002" y="2344204"/>
            <a:ext cx="3648174" cy="2745125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C73DC655-2A36-BCE8-2008-82BBFE63A695}"/>
              </a:ext>
            </a:extLst>
          </p:cNvPr>
          <p:cNvSpPr/>
          <p:nvPr/>
        </p:nvSpPr>
        <p:spPr>
          <a:xfrm rot="5400000">
            <a:off x="5090184" y="5153023"/>
            <a:ext cx="484487" cy="5970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60C66D-D4CE-8A56-5675-93D2782F45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0260" y="5693790"/>
            <a:ext cx="2224333" cy="1164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096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CE45B-CB8B-49B5-E34E-49D6FCB01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1F74BD-4777-2DE3-CEF1-15DD5E1DA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80866"/>
            <a:ext cx="12146070" cy="25832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AA7D97-7434-B5BC-4765-62F6290010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274775"/>
            <a:ext cx="3874838" cy="25832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AE96E7-DFAF-FF67-0AAA-F652EB228B09}"/>
              </a:ext>
            </a:extLst>
          </p:cNvPr>
          <p:cNvSpPr txBox="1"/>
          <p:nvPr/>
        </p:nvSpPr>
        <p:spPr>
          <a:xfrm>
            <a:off x="-75131" y="0"/>
            <a:ext cx="442117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800" b="1" dirty="0">
                <a:solidFill>
                  <a:srgbClr val="002D3D"/>
                </a:solidFill>
                <a:ea typeface="Verdana" panose="020B0604030504040204" pitchFamily="34" charset="0"/>
                <a:cs typeface="Janna LT" panose="01000000000000000000" pitchFamily="2" charset="-78"/>
              </a:rPr>
              <a:t>Timeline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1" dirty="0">
              <a:solidFill>
                <a:schemeClr val="accent2">
                  <a:lumMod val="40000"/>
                  <a:lumOff val="60000"/>
                </a:schemeClr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54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7DFD7-7CC4-2D1D-84B7-4D89A7C09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0C87C7-A3A3-840C-FE71-E47876E05382}"/>
              </a:ext>
            </a:extLst>
          </p:cNvPr>
          <p:cNvSpPr txBox="1"/>
          <p:nvPr/>
        </p:nvSpPr>
        <p:spPr>
          <a:xfrm>
            <a:off x="-588220" y="391616"/>
            <a:ext cx="5578475" cy="110799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dirty="0">
                <a:solidFill>
                  <a:srgbClr val="002D3D"/>
                </a:solidFill>
                <a:ea typeface="Verdana" panose="020B0604030504040204" pitchFamily="34" charset="0"/>
                <a:cs typeface="Janna LT" panose="01000000000000000000" pitchFamily="2" charset="-78"/>
              </a:rPr>
              <a:t>Brief of Works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1" dirty="0">
              <a:solidFill>
                <a:schemeClr val="accent2">
                  <a:lumMod val="40000"/>
                  <a:lumOff val="60000"/>
                </a:schemeClr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86362A-7DE5-DDDB-4CCD-82CA8EF12404}"/>
              </a:ext>
            </a:extLst>
          </p:cNvPr>
          <p:cNvSpPr txBox="1"/>
          <p:nvPr/>
        </p:nvSpPr>
        <p:spPr>
          <a:xfrm>
            <a:off x="3241912" y="1499612"/>
            <a:ext cx="780539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was collected via Google Forms. We’ve Obtained 20+ responses which is greater than we had expected. We’ve also been contacted by professionals working in the industry interested in our research.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We’ve proceeded with the data wrangling &amp; cleaning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Example: Column Names, NULL Values, Grouped the data sets, unified the units of measurements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Through Excel &amp; </a:t>
            </a:r>
            <a:r>
              <a:rPr lang="en-US" dirty="0" err="1"/>
              <a:t>Colab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Next Steps will involve Analyzing the data in depth &amp; Visualizing the results </a:t>
            </a:r>
            <a:br>
              <a:rPr lang="en-US" dirty="0"/>
            </a:br>
            <a:endParaRPr lang="en-AE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BAA21A1-6CF3-E355-F920-350EA7408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721483">
            <a:off x="680705" y="3911128"/>
            <a:ext cx="2103844" cy="2349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383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56982-9D1E-4CF9-73C8-366E740C0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8775F34-0251-C88A-324B-7C3049FA9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48564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80B244-7F4F-E4D7-4063-76104EC28A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232400"/>
            <a:ext cx="2237064" cy="16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423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E2DD9-623B-5FA2-3958-92C8876E0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CB6CF1-24CB-38AF-90E5-B7A34A4EA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43281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4EF5A2-9537-E310-2FC8-8AAAA7CAC3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0889" y="4622801"/>
            <a:ext cx="2861111" cy="22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944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2E019A-4388-0AE2-B7D4-E83EC08EA633}"/>
              </a:ext>
            </a:extLst>
          </p:cNvPr>
          <p:cNvSpPr/>
          <p:nvPr/>
        </p:nvSpPr>
        <p:spPr>
          <a:xfrm>
            <a:off x="447675" y="1352550"/>
            <a:ext cx="11282363" cy="48847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50" kern="0">
              <a:solidFill>
                <a:srgbClr val="FFB8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4FB61B-1918-100B-1D72-92EBFD1E230C}"/>
              </a:ext>
            </a:extLst>
          </p:cNvPr>
          <p:cNvSpPr txBox="1"/>
          <p:nvPr/>
        </p:nvSpPr>
        <p:spPr>
          <a:xfrm>
            <a:off x="447675" y="162488"/>
            <a:ext cx="5703887" cy="83099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dirty="0">
                <a:solidFill>
                  <a:srgbClr val="002D3D"/>
                </a:solidFill>
                <a:ea typeface="Verdana" panose="020B0604030504040204" pitchFamily="34" charset="0"/>
                <a:cs typeface="Janna LT" panose="01000000000000000000" pitchFamily="2" charset="-78"/>
              </a:rPr>
              <a:t>Risks &amp; Mitigations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169F6E-BFE4-52DA-8D1B-91921A35A58E}"/>
              </a:ext>
            </a:extLst>
          </p:cNvPr>
          <p:cNvSpPr/>
          <p:nvPr/>
        </p:nvSpPr>
        <p:spPr>
          <a:xfrm>
            <a:off x="447675" y="1090232"/>
            <a:ext cx="11282363" cy="54645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50">
              <a:solidFill>
                <a:srgbClr val="FFB8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425E0C-E685-84BF-2402-833314224DEF}"/>
              </a:ext>
            </a:extLst>
          </p:cNvPr>
          <p:cNvSpPr/>
          <p:nvPr/>
        </p:nvSpPr>
        <p:spPr>
          <a:xfrm>
            <a:off x="447675" y="1283726"/>
            <a:ext cx="1460500" cy="296863"/>
          </a:xfrm>
          <a:prstGeom prst="rect">
            <a:avLst/>
          </a:prstGeom>
          <a:solidFill>
            <a:srgbClr val="4A4E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8000" tIns="108000" rIns="108000" bIns="108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2C3E06-C5EF-C3BB-712A-94AB487C6053}"/>
              </a:ext>
            </a:extLst>
          </p:cNvPr>
          <p:cNvSpPr/>
          <p:nvPr/>
        </p:nvSpPr>
        <p:spPr>
          <a:xfrm>
            <a:off x="548116" y="2530927"/>
            <a:ext cx="4595812" cy="1201740"/>
          </a:xfrm>
          <a:prstGeom prst="rect">
            <a:avLst/>
          </a:prstGeom>
          <a:solidFill>
            <a:srgbClr val="4A4E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8000" tIns="108000" rIns="108000" bIns="108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</a:rPr>
              <a:t>In case of limited form responses</a:t>
            </a:r>
            <a:br>
              <a:rPr lang="en-US" sz="1100" dirty="0">
                <a:solidFill>
                  <a:schemeClr val="bg1"/>
                </a:solidFill>
              </a:rPr>
            </a:br>
            <a:endParaRPr lang="en-US" sz="1100" b="1" dirty="0">
              <a:solidFill>
                <a:schemeClr val="bg1"/>
              </a:solidFill>
              <a:latin typeface="+mn-lt"/>
              <a:cs typeface="Janna LT" pitchFamily="2" charset="-78"/>
            </a:endParaRPr>
          </a:p>
        </p:txBody>
      </p:sp>
      <p:sp>
        <p:nvSpPr>
          <p:cNvPr id="14" name="Arrow: Right 35">
            <a:extLst>
              <a:ext uri="{FF2B5EF4-FFF2-40B4-BE49-F238E27FC236}">
                <a16:creationId xmlns:a16="http://schemas.microsoft.com/office/drawing/2014/main" id="{B4E1D2DC-8740-9014-D749-B2E49C84BDC4}"/>
              </a:ext>
            </a:extLst>
          </p:cNvPr>
          <p:cNvSpPr/>
          <p:nvPr/>
        </p:nvSpPr>
        <p:spPr>
          <a:xfrm>
            <a:off x="5172596" y="2637155"/>
            <a:ext cx="1193800" cy="849313"/>
          </a:xfrm>
          <a:prstGeom prst="rightArrow">
            <a:avLst/>
          </a:prstGeom>
          <a:gradFill flip="none" rotWithShape="1">
            <a:gsLst>
              <a:gs pos="0">
                <a:srgbClr val="00232E"/>
              </a:gs>
              <a:gs pos="50000">
                <a:srgbClr val="00465C">
                  <a:tint val="44500"/>
                  <a:satMod val="160000"/>
                </a:srgbClr>
              </a:gs>
              <a:gs pos="100000">
                <a:srgbClr val="00465C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B77D1D-056D-F70F-FBEA-33C8BAF64A73}"/>
              </a:ext>
            </a:extLst>
          </p:cNvPr>
          <p:cNvSpPr/>
          <p:nvPr/>
        </p:nvSpPr>
        <p:spPr>
          <a:xfrm>
            <a:off x="5026025" y="1273406"/>
            <a:ext cx="1460500" cy="302022"/>
          </a:xfrm>
          <a:prstGeom prst="rect">
            <a:avLst/>
          </a:prstGeom>
          <a:solidFill>
            <a:srgbClr val="ECE6E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8000" tIns="108000" rIns="108000" bIns="108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002D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Mitigation Plan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DA44E3-47FA-2824-6B4F-7270182158A6}"/>
              </a:ext>
            </a:extLst>
          </p:cNvPr>
          <p:cNvSpPr/>
          <p:nvPr/>
        </p:nvSpPr>
        <p:spPr>
          <a:xfrm>
            <a:off x="6486525" y="2640162"/>
            <a:ext cx="4624388" cy="1201740"/>
          </a:xfrm>
          <a:prstGeom prst="rect">
            <a:avLst/>
          </a:prstGeom>
          <a:solidFill>
            <a:srgbClr val="ECE6E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8000" tIns="108000" rIns="108000" bIns="108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Generated Data through AI, and we’ll analyze both datasets and compare between the results</a:t>
            </a:r>
            <a:br>
              <a:rPr lang="en-US" sz="1100" dirty="0"/>
            </a:br>
            <a:endParaRPr lang="en-US" sz="1100" b="1" dirty="0">
              <a:solidFill>
                <a:srgbClr val="00232E"/>
              </a:solidFill>
              <a:cs typeface="Janna LT" pitchFamily="2" charset="-78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100" b="1" dirty="0">
              <a:solidFill>
                <a:srgbClr val="00232E"/>
              </a:solidFill>
              <a:latin typeface="+mn-lt"/>
              <a:cs typeface="Janna LT" pitchFamily="2" charset="-78"/>
            </a:endParaRP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endParaRPr lang="en-US" sz="1100" b="1" dirty="0">
              <a:solidFill>
                <a:srgbClr val="00232E"/>
              </a:solidFill>
              <a:latin typeface="+mn-lt"/>
              <a:cs typeface="Janna LT" pitchFamily="2" charset="-78"/>
            </a:endParaRP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endParaRPr lang="en-US" sz="1100" b="1" dirty="0">
              <a:solidFill>
                <a:srgbClr val="00232E"/>
              </a:solidFill>
              <a:latin typeface="+mn-lt"/>
              <a:cs typeface="Janna LT" pitchFamily="2" charset="-78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100" b="1" dirty="0">
              <a:solidFill>
                <a:srgbClr val="00232E"/>
              </a:solidFill>
              <a:latin typeface="+mn-lt"/>
              <a:cs typeface="Janna LT" pitchFamily="2" charset="-7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5FB604-A311-074D-B46C-0F573A822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9581" y="4170281"/>
            <a:ext cx="2400457" cy="24004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4A00F-3E1F-1CA8-0E08-D39BFAC1D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ADE0A0-1ABC-2225-53FD-B75A5123C619}"/>
              </a:ext>
            </a:extLst>
          </p:cNvPr>
          <p:cNvSpPr/>
          <p:nvPr/>
        </p:nvSpPr>
        <p:spPr>
          <a:xfrm>
            <a:off x="447675" y="1352550"/>
            <a:ext cx="11282363" cy="48847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50" kern="0">
              <a:solidFill>
                <a:srgbClr val="FFB8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7B7A44-CC7C-614D-639A-582752F5364A}"/>
              </a:ext>
            </a:extLst>
          </p:cNvPr>
          <p:cNvSpPr txBox="1"/>
          <p:nvPr/>
        </p:nvSpPr>
        <p:spPr>
          <a:xfrm>
            <a:off x="4349275" y="3013501"/>
            <a:ext cx="5703887" cy="83099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dirty="0">
                <a:solidFill>
                  <a:srgbClr val="002D3D"/>
                </a:solidFill>
                <a:ea typeface="Verdana" panose="020B0604030504040204" pitchFamily="34" charset="0"/>
                <a:cs typeface="Janna LT" panose="01000000000000000000" pitchFamily="2" charset="-78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208713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MT-Colour Pallet">
      <a:dk1>
        <a:srgbClr val="000000"/>
      </a:dk1>
      <a:lt1>
        <a:srgbClr val="FFFFFF"/>
      </a:lt1>
      <a:dk2>
        <a:srgbClr val="202944"/>
      </a:dk2>
      <a:lt2>
        <a:srgbClr val="D6CDC1"/>
      </a:lt2>
      <a:accent1>
        <a:srgbClr val="4A4D66"/>
      </a:accent1>
      <a:accent2>
        <a:srgbClr val="CB8C58"/>
      </a:accent2>
      <a:accent3>
        <a:srgbClr val="455C5C"/>
      </a:accent3>
      <a:accent4>
        <a:srgbClr val="93B6BA"/>
      </a:accent4>
      <a:accent5>
        <a:srgbClr val="737689"/>
      </a:accent5>
      <a:accent6>
        <a:srgbClr val="667E7F"/>
      </a:accent6>
      <a:hlink>
        <a:srgbClr val="A8C4C7"/>
      </a:hlink>
      <a:folHlink>
        <a:srgbClr val="E2B595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13364</TotalTime>
  <Words>180</Words>
  <Application>Microsoft Office PowerPoint</Application>
  <PresentationFormat>Widescreen</PresentationFormat>
  <Paragraphs>30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Janna LT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Milestone </dc:title>
  <dc:creator>Dale Hamilton</dc:creator>
  <cp:lastModifiedBy>Laz User3</cp:lastModifiedBy>
  <cp:revision>235</cp:revision>
  <dcterms:created xsi:type="dcterms:W3CDTF">2024-09-12T10:28:23Z</dcterms:created>
  <dcterms:modified xsi:type="dcterms:W3CDTF">2025-08-24T05:14:06Z</dcterms:modified>
</cp:coreProperties>
</file>